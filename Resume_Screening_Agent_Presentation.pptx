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3675887" cy="292608"/>
          </a:xfrm>
          <a:prstGeom prst="roundRect">
            <a:avLst/>
          </a:prstGeom>
          <a:solidFill>
            <a:srgbClr val="10283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🚀 NEXT-GENERATION RECRUITMENT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Resume Screening Agent</a:t>
            </a:r>
          </a:p>
          <a:p>
            <a:pPr>
              <a:defRPr sz="1800" b="1">
                <a:solidFill>
                  <a:srgbClr val="38BDF8"/>
                </a:solidFill>
              </a:defRPr>
            </a:pPr>
            <a:r>
              <a:t>Collaborative Multi-Agent Resume Screening &amp; Career Intelligence Platform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Solving the resume 'black hole' with 4 transparent, cooperating AI agents. Designed for job seekers, learners, and high-volume recruiters.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2514600" cy="17373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4023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⏱️ 95% Time Saved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Screens 50+ candidates in &lt;30s instead of 2 weeks of manual reading.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3931920"/>
            <a:ext cx="2514600" cy="17373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4023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🤝 4 AI Agents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Intake Reader, Reviewer, Fact-Checking QA &amp; Interview Coach.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2514600" cy="17373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4023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</a:defRPr>
            </a:pPr>
            <a:r>
              <a:t>🛡️ Zero Hallucinations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Math vector verification (TF-IDF) stops fake scores and bias.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20" y="3931920"/>
            <a:ext cx="2514600" cy="1737360"/>
          </a:xfrm>
          <a:prstGeom prst="roundRect">
            <a:avLst/>
          </a:prstGeom>
          <a:solidFill>
            <a:srgbClr val="101727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42248" y="40233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084FC"/>
                </a:solidFill>
              </a:defRPr>
            </a:pPr>
            <a:r>
              <a:t>🎯 Free Interview Prep</a:t>
            </a:r>
          </a:p>
          <a:p>
            <a:br/>
            <a:pPr>
              <a:defRPr sz="1100">
                <a:solidFill>
                  <a:srgbClr val="FFFFFF"/>
                </a:solidFill>
              </a:defRPr>
            </a:pPr>
            <a:r>
              <a:t>Auto-generates tailored technical and behavioral practice questions.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5216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CA3AF"/>
                </a:solidFill>
              </a:defRPr>
            </a:pPr>
            <a:r>
              <a:t>Project: Resume Screening Agent | Stack: Python 3.13, Google Gemini 3.5 Flash, Scikit-Learn,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670048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THE 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Broken 'Black Hole' of Modern Job Applications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Why 75% of qualified resumes get dropped before a human ever sees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93592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7185"/>
                </a:solidFill>
              </a:defRPr>
            </a:pPr>
            <a:r>
              <a:t>👤 Job Seekers &amp; Learners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Spend 10+ hours tailoring resumes with no feedback.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Discarded by black-box algorithms with zero explanation.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No way to know which missing skills caused rejection.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Leaves candidates frustrated, confused, and stuck.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93592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7830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🤖 Traditional Dumb ATS Filters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Rigid keyword matching (like a blind 'Ctrl + F' tool).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Example: Rejects 'Client Help' if JD says 'Customer Care'.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Easily tricked by 'white-text' keyword stuffing.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Fails to understand real-world projects or career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593592" cy="41148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783080"/>
            <a:ext cx="3246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💼 Overwhelmed Recruiters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500+ applications per open position within 48 hours.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Average 6 seconds spent per resume manual scan.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Single-prompt AI tools hallucinate and give fake 99% scores.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Takes 2 to 3 weeks just to build a reliable shortlist.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97880"/>
            <a:ext cx="11094415" cy="594360"/>
          </a:xfrm>
          <a:prstGeom prst="roundRect">
            <a:avLst/>
          </a:prstGeom>
          <a:solidFill>
            <a:srgbClr val="23141E"/>
          </a:solidFill>
          <a:ln w="1270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B7185"/>
                </a:solidFill>
              </a:defRPr>
            </a:pPr>
            <a:r>
              <a:t>⚡ Core Flaw: Old tools test for EXACT KEYWORDS rather than TRUE COMPETENCE &amp; VALUE.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971800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PLAIN ENGLISH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Demystifying ATS &amp; Resume Scores for Non-Tech Learners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Understanding automated screening through intuitive real-world comparisons.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🍰 The Master Chef &amp; Recipe Analogy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1. Job Description = The Chef's Signature Recipe</a:t>
            </a:r>
            <a:br/>
            <a:r>
              <a:t>   (Needs: 3 cups flour, chocolate, eggs, 5 yrs baking mastery)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2. Your Resume = Your Basket of Ingredients</a:t>
            </a:r>
            <a:br/>
            <a:r>
              <a:t>   (What skills, practical projects, and work history you bring)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3. The ATS System = The Kitchen Inspector</a:t>
            </a:r>
            <a:br/>
            <a:r>
              <a:t>   (Checks whether your basket contains what the recipe needs)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4. The 0-100% Score = The Match Percentage</a:t>
            </a:r>
            <a:br/>
            <a:r>
              <a:t>   (How complete and fresh your ingredients are for this dish)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⚖️ Old Keyword Robots vs. Resume Screening Agent</a:t>
            </a:r>
          </a:p>
          <a:p>
            <a:br/>
            <a:pPr>
              <a:defRPr sz="1200">
                <a:solidFill>
                  <a:srgbClr val="FB7185"/>
                </a:solidFill>
              </a:defRPr>
            </a:pPr>
            <a:r>
              <a:t>❌ Old Dumb Robots (Literal Word Match):</a:t>
            </a:r>
            <a:br/>
            <a:r>
              <a:t>• If JD asks for 'FastAPI' and you wrote 'REST APIs with Python', it marks 0%!</a:t>
            </a:r>
            <a:br/>
            <a:r>
              <a:t>• Easily confused by resume formatting or synonyms.</a:t>
            </a:r>
            <a:br/>
            <a:r>
              <a:t>• Rejects honest learners with real potential.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✅ Resume Screening Agent (Context &amp; Meaning Aware):</a:t>
            </a:r>
            <a:br/>
            <a:r>
              <a:t>• Understands semantic meaning: knows 'REST APIs with Python' relates directly to backend engineering.</a:t>
            </a:r>
            <a:br/>
            <a:r>
              <a:t>• Multi-agent cross-verification stops false rejections.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971800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COLLABORATIVE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4-Agent Hiring Committee: How They Work Together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Why 4 specialized agents working in sequence are 10x more reliable than a single AI prompt.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60604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Agent 1: The Reader 🔍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Resume Parser Agent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Extracts clean data from PDF, Word (.docx), &amp; TXT.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Extracts: Work History, Timeline, Skills, Education.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Normalizes messy tables &amp; columns into clean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60604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93008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Agent 2: The Grader ⚖️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Candidate Review Agent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Scores 4 core pillars (0-100 each):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  1. Technical Skills  2. Experience Depth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  3. Education Fit     4. Role Match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Identifies concrete strengths &amp; skill gaps.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60604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Agent 3: The Auditor 🛡️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Quality Assurance Agent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Fact-checks Agent 2 against parsed timeline.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Incorporates ML vector similarity (TF-IDF).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Penalizes keyword-stuffing and fixes score inflation.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Writes transparent audit justifications.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45920"/>
            <a:ext cx="260604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1783080"/>
            <a:ext cx="2377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Agent 4: The Coach 👑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Ranker &amp; Interviewer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Compiles full leaderboard with final ranks.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Generates 3-4 custom interview questions tailored to each candidate's specific gaps.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Produces executive batch summary for HR.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368296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From Raw Document Upload to Actionable Report in &lt;30s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 fast, deterministic 5-stage pipeline designed for simplicity and auditability.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14630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373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Ingestion 📥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Recruiter drops 10-100 resumes + pastes Job Description.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14630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73736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2. Text Extraction 📄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PyPDF and python-docx parse clean text, ignoring bad formatting.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91840"/>
            <a:ext cx="5394960" cy="14630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83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3. Math Baseline 📊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Scikit-Learn calculates TF-IDF &amp; Cosine Similarity vector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394960" cy="146304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3383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4. Multi-Agent Audit 🤖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Parser ➔ Evaluator ➔ QA Auditor ➔ Ranker execute cooperatively.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937760"/>
            <a:ext cx="11094415" cy="141732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02920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5. Rich Output Dashboard 🎯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Export CSV/JSON, view candidate leaderboard, and practice generated interview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871216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TESTED BENCHMARK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Case Study: Screening Candidates for a Senior Full-Stack Role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Target Job: Senior Full-Stack Engineer (Python, React, FastAPI, Docker, AWS)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93592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🏆 Alice Smith (92 / 100)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Senior Full-Stack Lead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Profile: 7+ yrs Python, React, FastAPI, AWS, Docker.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QA Audit: Verified real architecture leadership.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Decision: SHORTLIST FOR FINAL ROUND.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Custom Interview Q: 'How did you handle Redis caching &amp; database contention at peak load?'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93592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62272" y="178308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⚠️ Charlie Brown (45 / 100)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Junior Frontend Learner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Profile: 1 yr HTML/CSS, basic React projects.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QA Audit: Missing Python backend &amp; cloud infra.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Decision: NOT READY FOR SENIOR ROLE.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Actionable Advice: Build FastAPI backends &amp; Dockerize apps before applying to senior roles.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593592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1783080"/>
            <a:ext cx="3246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7185"/>
                </a:solidFill>
              </a:defRPr>
            </a:pPr>
            <a:r>
              <a:t>❌ Diana Prince (10 / 100)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Project Manager (Non-Tech)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Profile: PMP, Agile Scrum, Jira, budgeting.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QA Audit: Zero hands-on coding or API work.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Decision: REJECT FOR CODING OPENING.</a:t>
            </a:r>
          </a:p>
          <a:p>
            <a:br/>
            <a:pPr>
              <a:defRPr sz="1150">
                <a:solidFill>
                  <a:srgbClr val="FFFFFF"/>
                </a:solidFill>
              </a:defRPr>
            </a:pPr>
            <a:r>
              <a:t>• Actionable Advice: Re-route resume to Technical Project Management positions.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971800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FOR CANDIDATES &amp;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How Resume Screening Agent Accelerates Your Career Growth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Turning rejection into a personalized roadmap for interview preparation.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100% Transparent Scoring 🎯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No hidden black-box magic. See exact category marks for Technical Skills, Experience, Education, and Role Alignment so you know where you stand.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7830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2. Actionable Gap Analysis 💡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Instead of generic 'we went with another candidate' emails, see the exact libraries, tools, or concepts you should learn next to land the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062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3. Free Tailored Interview Prep 🎙️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The AI generates 3-4 custom technical and behavioral questions targeted at your exact background so you can practice before live interviews.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2062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4. Fair &amp; Unbiased Fact-Checking 🛡️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No penalty for layout formatting, graphics, or fonts. Our multi-agent auditor rewards genuine skills and real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3273552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FOR RECRUITERS &amp; ENTERPRISES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Enterprise-Grade Speed, Accuracy &amp; Auditability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Helping talent acquisition teams screen 50+ candidates in under 30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93592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⏱️ 95% Time Reduction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Slash candidate screening time from 2 weeks down to 30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645920"/>
            <a:ext cx="3593592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39" y="178308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🛡️ Anti-Hallucination QA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Cross-checks LLM scores against TF-IDF mathematical cosine similarity.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1645920"/>
            <a:ext cx="3593592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79" y="178308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📊 Multi-Format Exports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One-click export to CSV (Excel), JSON, and Executive Markdown summaries.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69080"/>
            <a:ext cx="3593592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062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🎯 Automated Interview Kits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Generates targeted interview question kits for hiring managers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4069080"/>
            <a:ext cx="3593592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39" y="42062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18CF8"/>
                </a:solidFill>
              </a:defRPr>
            </a:pPr>
            <a:r>
              <a:t>🌐 Multi-Environment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Runs on Local Web UI, Command Line Interface (CLI), or Docker containers.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4069080"/>
            <a:ext cx="3593592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206240"/>
            <a:ext cx="32918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7185"/>
                </a:solidFill>
              </a:defRPr>
            </a:pPr>
            <a:r>
              <a:t>💰 Near-Zero Infrastructure Cost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Built with lightweight Python &amp; ultra-fast Google Gemini 3.5 Flash.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368296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Intuitive Dark-Themed UI: Zero Technical Setup Needed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Designed for ease-of-use with instant drag-and-drop file processing.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🖥️ Simple 3-Step User Experience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1. Paste Job Description:</a:t>
            </a:r>
            <a:br/>
            <a:r>
              <a:t>   Pre-loaded with sample roles or custom paste any job opening.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2. Drop Candidate Resumes:</a:t>
            </a:r>
            <a:br/>
            <a:r>
              <a:t>   Supports batch uploads for PDF, Word (.docx), and plain text (.txt).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3. Live Real-Time Execution:</a:t>
            </a:r>
            <a:br/>
            <a:r>
              <a:t>   Visual progress bars and live agent audit logs display every step as it happens.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4. Explore &amp; Export Leaderboard:</a:t>
            </a:r>
            <a:br/>
            <a:r>
              <a:t>   View ranked scores, click candidate tabs, and download results to Excel.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47548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📊 Interactive Analytics Panels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📈 Score Visualizer: Horizontal score comparison bars for fast decision making.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🎯 Strengths &amp; Gaps View: Color-coded bullet points showing missing qualifications.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🎙️ Tailored Question Drawer: Candidate-specific technical and behavioral questions.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• 🛡️ QA Audit Logs: Complete visibility into why scores were adjusted.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066543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Modern, Lightweight &amp; Scalable Tech Stack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Built on state-of-the-art AI, machine learning, and Python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🧠 Google Gemini AI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gemini-3.5-flash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Ultra-fast LLM that reads resumes with human-level context and outputs structured Pydantic JSON payloads.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7830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📊 Scikit-Learn (ML)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TF-IDF + Cosine Sim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Mathematical vectorization of text that measures vocabulary overlap to anchor the AI's grading.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062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💻 Streamlit Framework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Interactive Web UI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Lightweight Python web dashboard that provides reactive, real-time feedback with zero JavaScript bloat.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2062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🛡️ Pydantic &amp; Pytest</a:t>
            </a:r>
          </a:p>
          <a:p>
            <a:pPr>
              <a:defRPr sz="1100">
                <a:solidFill>
                  <a:srgbClr val="9CA3AF"/>
                </a:solidFill>
              </a:defRPr>
            </a:pPr>
            <a:r>
              <a:t>Data Validation &amp; CI</a:t>
            </a:r>
          </a:p>
          <a:p>
            <a:br/>
            <a:pPr>
              <a:defRPr sz="1200">
                <a:solidFill>
                  <a:srgbClr val="FFFFFF"/>
                </a:solidFill>
              </a:defRPr>
            </a:pPr>
            <a:r>
              <a:t>Enforces strict JSON schema integrity with automated unit testing suites in GitHub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2167128" cy="292608"/>
          </a:xfrm>
          <a:prstGeom prst="roundRect">
            <a:avLst/>
          </a:prstGeom>
          <a:solidFill>
            <a:srgbClr val="1423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8BDF8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Key Takeaways: Why Resume Screening Agent Matters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Transforming resume screening from a mystery into an empowering, transparent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830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✨ 100% Transparent &amp; Fair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Replaces blind keyword counting with contextual semantic understanding and multi-agent fact-checking.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78308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</a:defRPr>
            </a:pPr>
            <a:r>
              <a:t>🤝 4-Agent Cooperation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Parser, Reviewer, QA Auditor, and Coach ensure no single AI hallucination affects a candidate's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2062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C084FC"/>
                </a:solidFill>
              </a:defRPr>
            </a:pPr>
            <a:r>
              <a:t>🚀 Career Growth for Learners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Job seekers get exact skill gap diagnostics and tailored interview questions to practice.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69080"/>
            <a:ext cx="5394960" cy="224028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420624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F24"/>
                </a:solidFill>
              </a:defRPr>
            </a:pPr>
            <a:r>
              <a:t>⚡ 95% Time Saved for HR</a:t>
            </a:r>
          </a:p>
          <a:p>
            <a:br/>
            <a:pPr>
              <a:defRPr sz="1250">
                <a:solidFill>
                  <a:srgbClr val="FFFFFF"/>
                </a:solidFill>
              </a:defRPr>
            </a:pPr>
            <a:r>
              <a:t>Recruiters screen large batches in under 30 seconds with complete exportable audit records.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48640"/>
            <a:ext cx="11094415" cy="5760720"/>
          </a:xfrm>
          <a:prstGeom prst="roundRect">
            <a:avLst/>
          </a:prstGeom>
          <a:solidFill>
            <a:srgbClr val="161E31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2670048" cy="292608"/>
          </a:xfrm>
          <a:prstGeom prst="roundRect">
            <a:avLst/>
          </a:prstGeom>
          <a:solidFill>
            <a:srgbClr val="10281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50" b="1">
                <a:solidFill>
                  <a:srgbClr val="34D399"/>
                </a:solidFill>
              </a:defRPr>
            </a:pPr>
            <a:r>
              <a:t>THANK YOU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Thank You! 🙏</a:t>
            </a:r>
          </a:p>
          <a:p>
            <a:pPr>
              <a:defRPr sz="2000" b="1">
                <a:solidFill>
                  <a:srgbClr val="38BDF8"/>
                </a:solidFill>
              </a:defRPr>
            </a:pPr>
            <a:r>
              <a:t>Open for Questions, Live Demo &amp; Discussion</a:t>
            </a:r>
          </a:p>
          <a:p>
            <a:br/>
            <a:pPr>
              <a:defRPr sz="1350">
                <a:solidFill>
                  <a:srgbClr val="FFFFFF"/>
                </a:solidFill>
              </a:defRPr>
            </a:pPr>
            <a:r>
              <a:t>🌐 Live Streamlit Dashboard: http://localhost:8501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📂 GitHub Repository: Snehan0911/Resume-Screening-Agent</a:t>
            </a:r>
          </a:p>
          <a:p>
            <a:pPr>
              <a:defRPr sz="1350">
                <a:solidFill>
                  <a:srgbClr val="FFFFFF"/>
                </a:solidFill>
              </a:defRPr>
            </a:pPr>
            <a:r>
              <a:t>🐳 Docker Deployment: docker run -p 8501:8501 resume-screening-agent</a:t>
            </a:r>
          </a:p>
          <a:p>
            <a:br/>
            <a:pPr>
              <a:defRPr sz="1350">
                <a:solidFill>
                  <a:srgbClr val="9CA3AF"/>
                </a:solidFill>
              </a:defRPr>
            </a:pPr>
            <a:r>
              <a:t>💬 'Empowering candidates with clear feedback while helping companies hire the right talent faster.'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